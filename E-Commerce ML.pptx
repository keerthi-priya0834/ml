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5064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D3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Customer Analytics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and regression models on 3,005 online orders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Keerthipriya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3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data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3,055 orders and 32 columns; 3,005 orders after removing 50 duplicates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product categories across 10 Indian cities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goal: predict whether an order is returned (Return_Status)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goal: predict the profit of an order (Profit)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13.5% of orders are returned (407 of 3,005)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3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</a:t>
            </a: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spaces in categories and inconsistent city names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missing values with the median (numbers) or mode (text)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Order_ID and Customer_ID; split Order_Date into year, month and day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encoded categories (72 features) and scaled with StandardScaler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train-test split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3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· predicts Return_Status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721899"/>
              </p:ext>
            </p:extLst>
          </p:nvPr>
        </p:nvGraphicFramePr>
        <p:xfrm>
          <a:off x="339436" y="1783080"/>
          <a:ext cx="8548255" cy="3200400"/>
        </p:xfrm>
        <a:graphic>
          <a:graphicData uri="http://schemas.openxmlformats.org/drawingml/2006/table">
            <a:tbl>
              <a:tblPr/>
              <a:tblGrid>
                <a:gridCol w="4259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4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4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caught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of 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3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49036"/>
            <a:ext cx="8046720" cy="559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30382" y="1433945"/>
            <a:ext cx="3840480" cy="727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· predicts Profit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728777"/>
              </p:ext>
            </p:extLst>
          </p:nvPr>
        </p:nvGraphicFramePr>
        <p:xfrm>
          <a:off x="900544" y="2223654"/>
          <a:ext cx="7550729" cy="2175164"/>
        </p:xfrm>
        <a:graphic>
          <a:graphicData uri="http://schemas.openxmlformats.org/drawingml/2006/table">
            <a:tbl>
              <a:tblPr/>
              <a:tblGrid>
                <a:gridCol w="3768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1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37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4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4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7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7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7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3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4692"/>
            <a:ext cx="384048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 · predicts Return_Status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31222"/>
              </p:ext>
            </p:extLst>
          </p:nvPr>
        </p:nvGraphicFramePr>
        <p:xfrm>
          <a:off x="548640" y="1874520"/>
          <a:ext cx="8046720" cy="2815246"/>
        </p:xfrm>
        <a:graphic>
          <a:graphicData uri="http://schemas.openxmlformats.org/drawingml/2006/table">
            <a:tbl>
              <a:tblPr/>
              <a:tblGrid>
                <a:gridCol w="4030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6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1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4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4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1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1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1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1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1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1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caught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of 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3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Classifier · predicts Return_Status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3840480" cy="230428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4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4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caught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of 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75488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</a:t>
            </a:r>
            <a:endParaRPr lang="en-US" sz="1800" dirty="0"/>
          </a:p>
        </p:txBody>
      </p:sp>
      <p:sp>
        <p:nvSpPr>
          <p:cNvPr id="6" name="Text 5"/>
          <p:cNvSpPr txBox="1"/>
          <p:nvPr/>
        </p:nvSpPr>
        <p:spPr>
          <a:xfrm>
            <a:off x="4754880" y="1508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Regressor · predicts Profit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3086752"/>
              </p:ext>
            </p:extLst>
          </p:nvPr>
        </p:nvGraphicFramePr>
        <p:xfrm>
          <a:off x="4648200" y="1874520"/>
          <a:ext cx="3947160" cy="2304288"/>
        </p:xfrm>
        <a:graphic>
          <a:graphicData uri="http://schemas.openxmlformats.org/drawingml/2006/table">
            <a:tbl>
              <a:tblPr/>
              <a:tblGrid>
                <a:gridCol w="2255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4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4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478,387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3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SVC vs SVR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Classifier · predicts Return_Status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3840480" cy="230428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4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4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caught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of 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75488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754880" y="1508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Regressor · predicts Profit</a:t>
            </a:r>
            <a:endParaRPr lang="en-US" sz="12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765525"/>
              </p:ext>
            </p:extLst>
          </p:nvPr>
        </p:nvGraphicFramePr>
        <p:xfrm>
          <a:off x="4662055" y="1874518"/>
          <a:ext cx="3933305" cy="2304288"/>
        </p:xfrm>
        <a:graphic>
          <a:graphicData uri="http://schemas.openxmlformats.org/drawingml/2006/table">
            <a:tbl>
              <a:tblPr/>
              <a:tblGrid>
                <a:gridCol w="1976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4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4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4,137,399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875.1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3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· predicts Return_Status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3840480" cy="230428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4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4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caught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of 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75488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754880" y="1508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 · predicts Profit</a:t>
            </a:r>
            <a:endParaRPr lang="en-US" sz="12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9769440"/>
              </p:ext>
            </p:extLst>
          </p:nvPr>
        </p:nvGraphicFramePr>
        <p:xfrm>
          <a:off x="4754880" y="1874519"/>
          <a:ext cx="3840480" cy="2304288"/>
        </p:xfrm>
        <a:graphic>
          <a:graphicData uri="http://schemas.openxmlformats.org/drawingml/2006/table">
            <a:tbl>
              <a:tblPr/>
              <a:tblGrid>
                <a:gridCol w="1943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6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4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4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161,374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3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Bagging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Classifier · predicts Return_Status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294288"/>
              </p:ext>
            </p:extLst>
          </p:nvPr>
        </p:nvGraphicFramePr>
        <p:xfrm>
          <a:off x="548640" y="1874520"/>
          <a:ext cx="7985760" cy="2304288"/>
        </p:xfrm>
        <a:graphic>
          <a:graphicData uri="http://schemas.openxmlformats.org/drawingml/2006/table">
            <a:tbl>
              <a:tblPr/>
              <a:tblGrid>
                <a:gridCol w="39887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7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4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4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caught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of 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3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Classifier · predicts Return_Status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142341"/>
              </p:ext>
            </p:extLst>
          </p:nvPr>
        </p:nvGraphicFramePr>
        <p:xfrm>
          <a:off x="548640" y="1874520"/>
          <a:ext cx="8046720" cy="2880360"/>
        </p:xfrm>
        <a:graphic>
          <a:graphicData uri="http://schemas.openxmlformats.org/drawingml/2006/table">
            <a:tbl>
              <a:tblPr/>
              <a:tblGrid>
                <a:gridCol w="4030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6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4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4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caught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of 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3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Classification: predicting returns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models reach 79–86% accuracy, but always guessing "No" already gives 86.3%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is between 0.47 and 0.55 for every model, close to random guessing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Decision Tree catches a real share of returns (17 of 76); most models catch 0 to 3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Regression: predicting profit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004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is the best profit model: R² 0.965 and MAE 81.6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follows (R² 0.895); SVR is the weakest (R² 0.094)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Regression's R² of 1.000 likely comes from leaked columns, so it cannot be trusted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3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next steps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3D3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models predict profit well, but returns cannot be predicted reliably with the current data and models.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likely leaking columns (Net_Sales, Estimated_Cost, Gross_Amount) and re-run the profit models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the class imbalance with class weights, SMOTE or a lower decision threshold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classifiers on recall, F1 and PR-AUC for returned orders, not accuracy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invalid values: negative ages, quantity of −2, discounts above 100%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hyperparameters with cross-validation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D3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622</Words>
  <Application>Microsoft Office PowerPoint</Application>
  <PresentationFormat>On-screen Show (16:9)</PresentationFormat>
  <Paragraphs>219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Customer Analytics</dc:title>
  <dc:subject>PptxGenJS Presentation</dc:subject>
  <dc:creator>PptxGenJS</dc:creator>
  <cp:lastModifiedBy>Keerthi Priya</cp:lastModifiedBy>
  <cp:revision>6</cp:revision>
  <dcterms:created xsi:type="dcterms:W3CDTF">2026-09-30T04:24:41Z</dcterms:created>
  <dcterms:modified xsi:type="dcterms:W3CDTF">2026-09-30T04:50:31Z</dcterms:modified>
</cp:coreProperties>
</file>