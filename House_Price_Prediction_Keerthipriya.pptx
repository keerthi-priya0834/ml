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8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44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 Using Machine Learning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Keerthipriya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house prices from property details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290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(a continuous number)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regression?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 numeric value, not a fixed label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720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0" y="24688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56032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66344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24688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Preprocessing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5720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Train/Test Split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60320" y="3657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56032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 Training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66344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Prediction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66560" y="3657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76656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follow the numbered steps left to right, then next row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Understanding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rows × 10 columns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Price (50,005 – 999,656)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290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YearBuilt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Downtown, Suburban, Urban, Rural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Excellent, Good, Fair, Poor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Garage: Yes, No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05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005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 showed 0 missing values and 0 duplicates, so nothing was removed.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856232"/>
            <a:ext cx="402336" cy="402336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943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737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Bathrooms, Floors, YearBuilt are used as numeric inputs.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468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Condition, Garage are converted with OneHotEncoder.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4360" y="3319272"/>
            <a:ext cx="402336" cy="402336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200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Linear/Logistic, KNN, SVC, SVR and both tree regressors; tree classifiers used passthrough.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94360" y="4050792"/>
            <a:ext cx="402336" cy="402336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943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3931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split, random_state=42: 1600 train, 400 test (classifiers stratified).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3" name="Image 0" descr="img/c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237953" cy="3017520"/>
          </a:xfrm>
          <a:prstGeom prst="rect">
            <a:avLst/>
          </a:prstGeom>
        </p:spPr>
      </p:pic>
      <p:pic>
        <p:nvPicPr>
          <p:cNvPr id="4" name="Image 1" descr="img/c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0120"/>
            <a:ext cx="3964366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Distribution: Price is nearly symmetric (skew −0.06), range 50,005–999,656.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57200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Heatmap: every feature is close to 0 with Price (highest: Floors 0.06).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29184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12648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 is a continuous number.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91840" y="33832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2918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26480" y="33832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1264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Price_Category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≥ median 539,254 → 1 (High), else 0 (Low); 1000 rows each.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models learn from rows where the answer (Price) is known.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&amp; Logistic Regression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fits a straight-line formula on the features to predict Price; Logistic Regression uses similar weights to give a Low/High probability.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Logistic Regression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0.4748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0.4853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[[99, 101], [109, 91]]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Linear Regression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LinearRegression() in a Pipeline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78,279,764,121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242,867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279,785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-0.0062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 used for both (numeric features) + OneHotEncoder.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asks yes/no questions on features (splits) until it reaches a predicted class or price.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Decision Tree Classifier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criterion=gini, max_depth=5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0.4899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0.4887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[[88, 112], [92, 108]]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Decision Tree Regressor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max_depth=5, random_state=42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85,127,094,295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249,963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291,765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-0.0942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classifier used passthrough (not needed for trees); regressor pipeline used StandardScaler.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looks at the most similar houses (nearest neighbours) and lets them vote on the answer.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199" y="1417320"/>
            <a:ext cx="7516091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67712" y="1444752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 txBox="1"/>
          <p:nvPr/>
        </p:nvSpPr>
        <p:spPr>
          <a:xfrm>
            <a:off x="141523" y="1472184"/>
            <a:ext cx="8147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KNN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n_neighbors=5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[[103, 97], [96, 104]]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 is used because KNN depends on distances.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 are trained; each tree contributes to the final prediction, which reduces reliance on one tree.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Random Forest Classifier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n_estimators=100, max_depth=10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0.5075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0.5075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0.5075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0.5075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0.5063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Random Forest Regressor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n_estimators=100, random_state=42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86,571,527,999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254,588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294,230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-0.1128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classifier used passthrough; regressor pipeline used StandardScaler.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 (SVC &amp; SVR)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a boundary (SVC) or a fitted band (SVR) using an RBF kernel to handle non-linear patterns.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SVC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kernel=rbf, C=1.0, gamma=scale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0.4894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[[99, 101], [90, 110]]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SVR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kernel=rbf, C=100, epsilon=0.1, gamma=scale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77,908,143,776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242,692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-0.0014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 is important because SVM is sensitive to feature scale.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trains many decision trees on random samples of the data and combines their votes.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417618" y="14630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417618" y="145417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Bagging Classifier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(max_depth=5), max_samples=0.8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0.5038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0.5144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[[111, 89], [109, 91]]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passthrough (tree-based). Classifier only in the notebook.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added one by one, each one trying to fix the mistakes of the previous ones.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199" y="1417320"/>
            <a:ext cx="7973291" cy="310896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67712" y="150876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209800" y="14904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Gradient Boosting Classifier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n_estimators=100, learning_rate=0.1, max_depth=3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4505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79806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1455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493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840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0.5446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[[105, 95], [92, 108]]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passthrough (tree-based). Classifier only in the notebook.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Regressors (target: Price)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1295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78,279,764,121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242,867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Regressor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85,127,094,295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77,908,143,776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242,692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Regressor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86,571,527,999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254,588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(target: Price_Category)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15768"/>
          <a:ext cx="8229600" cy="20726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Price (continuous)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errors; big mistakes count more.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size of the error, in Price units.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Price variation the model explains (0 ≈ predicting the average).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663440" y="960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Price_Category (Low/High)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metrics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houses placed in the correct class.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positive predictions / positives found.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and recall.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separates Low from High.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MSE show prediction error; R² shows model fit. For classifiers, accuracy and F1 show overall correctness.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every numeric feature with Price is near 0 (Floors 0.06, Bathrooms −0.02).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16002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nearly symmetric (skew −0.06); no missing values or duplicates.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320040" cy="320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2194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regressors have R² ≤ 0 (SVR −0.0014 is the closest to 0; lowest MSE and MAE).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60120" y="2788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accuracy ranges 0.475–0.5325 on a balanced 200/200 test set.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60120" y="3383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scored highest: accuracy 0.5325, ROC-AUC 0.5447.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320040" cy="32004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60120" y="3977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used depth limits (5 or 10) in the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was treated as a regression problem (and as Low/High classification).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checked and explored: histograms, correlation heatmap, boxplots.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Decision Tree, SVR and Random Forest regressors were trained, plus 7 classifiers.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were evaluated with MSE, MAE, R² and accuracy, F1, ROC-AUC.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37490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the given features explain very little of Price in this dataset.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1356</Words>
  <Application>Microsoft Office PowerPoint</Application>
  <PresentationFormat>On-screen Show (16:9)</PresentationFormat>
  <Paragraphs>343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Keerthi Priya</cp:lastModifiedBy>
  <cp:revision>11</cp:revision>
  <dcterms:created xsi:type="dcterms:W3CDTF">2026-09-29T18:18:06Z</dcterms:created>
  <dcterms:modified xsi:type="dcterms:W3CDTF">2026-09-30T04:35:47Z</dcterms:modified>
</cp:coreProperties>
</file>